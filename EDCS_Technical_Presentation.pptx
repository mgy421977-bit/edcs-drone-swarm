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EDCS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377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A5D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Emergent Drone Coordination System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Matematiksel Model ve Swarm Robotik Algoritmaları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Mustafa Gökhan Yılmaz | Vitavolt Global Enerji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Motivasyon ve Problem Tanımı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Mevcut Merkezi Sistemlerin Sınırlılıkları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Tek nokta arızası (Single Point of Failure)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Yüksek iletişim yükü ve dar boğazlar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Sınırlı ölçeklenebilirlik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GPS jamming / spoofing riskleri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EDCS Çözümü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Tamamen dağıtık (decentralized) mimari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Self-healing yeteneği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Minimum iletişim (sadece RSSI)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GPS bağımsız çalışma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Temel: Boids Algoritması (Reynolds, 1987)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Separation (Ayrılma)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v_sep = Σ (p_i - p_j) / ||p_i - p_j||²   (komşulardan uzaklaşma)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Alignment (Hizalama)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v_align = (1/N) Σ v_j   (komşuların ortalama hızı)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Cohesion (Birleşme)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v_coh = (1/N) Σ (p_j - p_i)   (merkeze yönelme)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Toplam Hız Güncellemesi: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v_new = w1·v_sep + w2·v_align + w3·v_coh + w4·v_goal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 Artificial Potential Field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Potansiyel Fonksiyonu: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U(p) = U_attr(p) + U_rep(p)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Çekim Potansiyeli (Goal):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U_attr = (1/2) · k_attr · ||p - p_goal||²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İtme Potansiyeli (Komşular):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U_rep = Σ (1/2) · k_rep · (1/||p - p_j|| - 1/d_max)²   eğer ||p - p_j|| &lt; d_max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Kuvvet: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 = -∇U(p) = F_attr + F_rep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RSSI Tabanlı Mesafe Tahmini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Log-Distance Path Loss Model: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RSSI(d) = RSSI(d0) - 10·n·log10(d/d0) + Xσ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Mesafe Tahmini: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 = d0 · 10^((RSSI(d0) - RSSI) / (10·n))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Parametreler: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n: Path loss exponent (2.0 - 4.0, ortam bağımlı)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d0: Referans mesafe (genellikle 1m)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Xσ: Gaussian noise (σ ≈ 4-8 dBm)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Not: UWB ile cm seviyesinde doğruluk elde edilir.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Self-Healing Matematiksel Modeli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Komşu Kaybı Tespiti: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Eğer RSSI_i,j(t) &lt; RSSI_min veya timeout &gt; T_max → Drone j kayıp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Boşluk Doldurma: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p_new = argmin ||p - p_k||   (en yakın komşuya yönelme)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Re-Coupling (Yeniden Bağlanma):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Eğer |N(i)| &lt; N_min → Yeni referans drone ara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Formasyon Stabilitesi: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Δ = (1/N) Σ ||p_i - p_desired_i||²   → minimize et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Yerel Karar Döngüsü (Her Drone)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Komşuları Tara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MAC + RSSI değerlerini topla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Referans Drone Tespit Et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En yüksek RSSI veya ilk doğru konumlanan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Desene Göre Hizalan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Verilen formasyon (grid, V, dairesel)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Adaptive Potential Field Uygula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Self-Healing Kontrolü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Yeni Hızı ve Pozisyonu Güncelle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Sonuç ve Gelecek Çalışmalar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EDCS Katkıları: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Tamamen dağıtık ve self-healing swarm mimarisi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Minimum iletişim ile yüksek dayanıklılık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GPS'siz / jammed ortamlarda çalışabilirlik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SİHA'lara uyarlanabilirlik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Gelecek Çalışmalar: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UWB entegrasyonu ile cm doğruluğu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MARL ile akıllı kural öğrenimi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Gerçek drone prototipleri ile saha testleri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Kablosuz şarjlı Mother Ship entegrasyonu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EDCS - Matematiksel Model ve Swarm Robotik Algoritmaları</dc:title>
  <dc:subject>PptxGenJS Presentation</dc:subject>
  <dc:creator>Mustafa Gökhan Yılmaz</dc:creator>
  <cp:lastModifiedBy>Mustafa Gökhan Yılmaz</cp:lastModifiedBy>
  <cp:revision>1</cp:revision>
  <dcterms:created xsi:type="dcterms:W3CDTF">2026-06-26T12:29:34Z</dcterms:created>
  <dcterms:modified xsi:type="dcterms:W3CDTF">2026-06-26T12:29:34Z</dcterms:modified>
</cp:coreProperties>
</file>